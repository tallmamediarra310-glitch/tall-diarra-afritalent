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0" d="100"/>
          <a:sy n="40" d="100"/>
        </p:scale>
        <p:origin x="8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923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96634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56098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1843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0276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25229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0073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68292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41489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72818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65007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330003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4508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545232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54731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50005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54668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9559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40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allmamediarra310-glitch.github.io/Tall-Diarra-AfriTalent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github.com/tallmamediarra310-glitch/Tall-Diarra-AfriTalent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allmamediarra310-glitch.github.io/Tall-Diarra-AfriTalent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</a:rPr>
              <a:t>AfriTalent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3333"/>
                </a:solidFill>
              </a:rPr>
              <a:t>Plateforme de mise en relation entre freelances africains et entreprises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6167"/>
                </a:solidFill>
              </a:rPr>
              <a:t>Presentation par Mame Diarra TALL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</a:rPr>
              <a:t>Classe : IAGE - 2026  |  13 juin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1 / 12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</a:rPr>
              <a:t>1.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872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</a:rPr>
              <a:t>Presentation du projet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</a:rPr>
              <a:t>2.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5146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</a:rPr>
              <a:t>Choix de design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</a:rPr>
              <a:t>3.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3291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</a:rPr>
              <a:t>Architecture du site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</a:rPr>
              <a:t>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4069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</a:rPr>
              <a:t>Fonctionnement de la plateforme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</a:rPr>
              <a:t>5.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4846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</a:rPr>
              <a:t>Technologies utilisees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179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</a:rPr>
              <a:t>6.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7512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</a:rPr>
              <a:t>GitHub : commits et deploiement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</a:rPr>
              <a:t>7.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25146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</a:rPr>
              <a:t>Difficultes rencontrees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</a:rPr>
              <a:t>8.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32918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</a:rPr>
              <a:t>Ressources utilisees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</a:rPr>
              <a:t>9.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75120" y="4069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</a:rPr>
              <a:t>Demonstration live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1792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</a:rPr>
              <a:t>10.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75120" y="4846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</a:rPr>
              <a:t>Conclusion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2 / 12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du projet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E2761"/>
                </a:solidFill>
              </a:rPr>
              <a:t>Contexte : 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600" dirty="0">
                <a:solidFill>
                  <a:srgbClr val="333333"/>
                </a:solidFill>
              </a:rPr>
              <a:t>le marche du freelancing se developpe fortement en Afrique, mais les freelances manquent d'une plateforme dediee pour se faire connaitre.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E2761"/>
                </a:solidFill>
              </a:rPr>
              <a:t>Objectif : 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600" dirty="0">
                <a:solidFill>
                  <a:srgbClr val="333333"/>
                </a:solidFill>
              </a:rPr>
              <a:t>connecter facilement les freelances et les entreprises, faciliter la recherche de competences et valoriser les talents africains.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E2761"/>
                </a:solidFill>
              </a:rPr>
              <a:t>Public cible : 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freelances africains (developpeurs, designers, marketeurs) et entreprises a la recherche de competences flexibles.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3 / 12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/>
              <a:t>#0d6efd</a:t>
            </a:r>
          </a:p>
        </p:txBody>
      </p:sp>
      <p:sp>
        <p:nvSpPr>
          <p:cNvPr id="6" name="Shape 4"/>
          <p:cNvSpPr/>
          <p:nvPr/>
        </p:nvSpPr>
        <p:spPr>
          <a:xfrm>
            <a:off x="1074822" y="1783080"/>
            <a:ext cx="2197768" cy="1188720"/>
          </a:xfrm>
          <a:prstGeom prst="rect">
            <a:avLst/>
          </a:prstGeom>
          <a:solidFill>
            <a:srgbClr val="00B0F0"/>
          </a:solidFill>
          <a:ln w="12700">
            <a:solidFill>
              <a:schemeClr val="bg2">
                <a:lumMod val="75000"/>
              </a:scheme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783080"/>
            <a:ext cx="1828800" cy="1188720"/>
          </a:xfrm>
          <a:prstGeom prst="rect">
            <a:avLst/>
          </a:prstGeom>
          <a:solidFill>
            <a:schemeClr val="tx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#212529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10424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761"/>
                </a:solidFill>
              </a:rPr>
              <a:t>Polices : </a:t>
            </a:r>
            <a:endParaRPr lang="en-US" sz="1500" dirty="0"/>
          </a:p>
          <a:p>
            <a:pPr marL="0" indent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333333"/>
                </a:solidFill>
              </a:rPr>
              <a:t>Poppins (titres) et Inter (texte courant), via Google Fonts.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2761"/>
                </a:solidFill>
              </a:rPr>
              <a:t>Inspirations : 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plateformes Upwork/Malt, style Bento Grid, couleurs chaudes africaines.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4 / 12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site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5120640" cy="4389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965960"/>
            <a:ext cx="4572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E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Tall-Diarra-AfriTalent/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E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index.html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E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freelances.html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E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tarifs.html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E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about.html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E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contact.html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EAFB"/>
                </a:solidFill>
                <a:latin typeface="Courier New" pitchFamily="34" charset="0"/>
                <a:cs typeface="Courier New" pitchFamily="34" charset="-120"/>
              </a:rPr>
              <a:t>  Blog.html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E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css/style.css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E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js/main.js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E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images/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E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docs/Presentation.pptx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E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E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.gitignore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0" y="1920240"/>
            <a:ext cx="52120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index.html : page d'accueil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freelances.html : catalogue filtrable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tarifs.html : plans + FAQ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about.html : equipe et valeurs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contact.html : </a:t>
            </a:r>
            <a:r>
              <a:rPr lang="en-US" sz="1400" dirty="0" err="1">
                <a:solidFill>
                  <a:srgbClr val="333333"/>
                </a:solidFill>
              </a:rPr>
              <a:t>formulaire</a:t>
            </a:r>
            <a:r>
              <a:rPr lang="en-US" sz="1400" dirty="0">
                <a:solidFill>
                  <a:srgbClr val="333333"/>
                </a:solidFill>
              </a:rPr>
              <a:t> </a:t>
            </a:r>
            <a:r>
              <a:rPr lang="en-US" sz="1400" dirty="0" err="1">
                <a:solidFill>
                  <a:srgbClr val="333333"/>
                </a:solidFill>
              </a:rPr>
              <a:t>valide</a:t>
            </a:r>
            <a:endParaRPr lang="en-US" sz="1400" dirty="0">
              <a:solidFill>
                <a:srgbClr val="333333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5 / 12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de la plateforme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Publier des projets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Trouver des freelances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Collaborer en ligne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6 / 12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utilisees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237744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HTML5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429000" y="2011680"/>
            <a:ext cx="237744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20116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CSS3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26480" y="2011680"/>
            <a:ext cx="237744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20116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Bootstrap 5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823960" y="2011680"/>
            <a:ext cx="237744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23960" y="20116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JavaScript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33333"/>
                </a:solidFill>
              </a:rPr>
              <a:t>JavaScript vanilla (sans framework) : dark mode, filtrage dynamique, validation de formulaire, animations au scroll.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7 / 12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: commits et deploiement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C1 - Init : structure HTML de base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C2 - HTML : contenu des 5 pages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C3 - CSS : variables et layout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C4 - CSS : Bento Grid et hero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C5 - CSS : responsive mobile/tablette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0" y="17373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C6 - JS : dark mode + navbar dynamique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0" y="21945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C7 - JS : compteurs animes + fade-in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17920" y="26517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C8 - JS : filtrage + validation formulaire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17920" y="31089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C9 - Finalisation : corrections et commentaires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0" y="35661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</a:rPr>
              <a:t>C10 - Deploiement : GitHub Pages + README + PPTX</a:t>
            </a:r>
            <a:endParaRPr lang="en-US" sz="1250" dirty="0"/>
          </a:p>
        </p:txBody>
      </p:sp>
      <p:sp>
        <p:nvSpPr>
          <p:cNvPr id="13" name="Text 11">
            <a:hlinkClick r:id="rId3"/>
          </p:cNvPr>
          <p:cNvSpPr/>
          <p:nvPr/>
        </p:nvSpPr>
        <p:spPr>
          <a:xfrm>
            <a:off x="731520" y="54864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F9616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Lien GitHub Pages : https://tallmamediarra310-glitch.github.io/Tall-Diarra-AfriTalent/</a:t>
            </a:r>
            <a:endParaRPr lang="en-US" sz="1200" dirty="0"/>
          </a:p>
        </p:txBody>
      </p:sp>
      <p:sp>
        <p:nvSpPr>
          <p:cNvPr id="14" name="Text 12">
            <a:hlinkClick r:id="rId4"/>
          </p:cNvPr>
          <p:cNvSpPr/>
          <p:nvPr/>
        </p:nvSpPr>
        <p:spPr>
          <a:xfrm>
            <a:off x="731520" y="58521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F96167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Depot GitHub : https://github.com/tallmamediarra310-glitch/Tall-Diarra-AfriTalent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8 / 12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Difficultes rencontrees et solutions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Probleme 1 : Le filtrage des freelances rechargeait la page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Solution : Filtrage en JavaScript pur, sans requete serveur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Probleme 2 : Le dark mode ne persistait pas entre les pages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</a:rPr>
              <a:t>Solution : Sauvegarde du choix dans localStorage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9 / 12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et documentation utilisees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MDN Web Docs (HTML, CSS, JavaScript)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Documentation officielle Bootstrap 5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Google Fonts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validator.w3.org (validation HTML)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GitHub Docs (GitHub Pages)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10 / 12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live du site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Accueil : navigation, dark mode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Freelances : filtrage par categorie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Tarifs : plans et FAQ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Contact : validation du formulaire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Test responsive : mobile et desktop</a:t>
            </a:r>
            <a:endParaRPr lang="en-US" sz="1600" dirty="0"/>
          </a:p>
        </p:txBody>
      </p:sp>
      <p:sp>
        <p:nvSpPr>
          <p:cNvPr id="4" name="Text 2">
            <a:hlinkClick r:id="rId3"/>
          </p:cNvPr>
          <p:cNvSpPr/>
          <p:nvPr/>
        </p:nvSpPr>
        <p:spPr>
          <a:xfrm>
            <a:off x="7315200" y="22860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F9616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Lien du site :</a:t>
            </a:r>
            <a:endParaRPr lang="en-US" sz="1200" dirty="0"/>
          </a:p>
          <a:p>
            <a:pPr marL="0" indent="0">
              <a:buNone/>
            </a:pPr>
            <a:r>
              <a:rPr lang="en-US" sz="1200" u="sng" dirty="0">
                <a:solidFill>
                  <a:srgbClr val="F9616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https://tallmamediarra310-glitch.github.io/Tall-Diarra-AfriTalent/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11 / 12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33333"/>
                </a:solidFill>
              </a:rPr>
              <a:t>AfriTalent est une plateforme qui permet de connecter facilement les freelances africains aux entreprises, tout en valorisant les competences locales.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</a:rPr>
              <a:t>Perspectives d'amelioration : 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ajouter un backend reel, un espace membre avec authentification, et une version application mobile.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846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</a:rPr>
              <a:t>Merci de votre attention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</a:rPr>
              <a:t>12 / 12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208384-3E32-424C-AD00-412DE6469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MERCI POUR VOTRE ATTENTION !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10481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</TotalTime>
  <Words>645</Words>
  <Application>Microsoft Office PowerPoint</Application>
  <PresentationFormat>Grand écran</PresentationFormat>
  <Paragraphs>130</Paragraphs>
  <Slides>13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Courier New</vt:lpstr>
      <vt:lpstr>Trebuchet MS</vt:lpstr>
      <vt:lpstr>Wingdings 3</vt:lpstr>
      <vt:lpstr>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MERCI POUR VOTRE ATTENTION 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 - Presentation</dc:title>
  <dc:subject>PptxGenJS Presentation</dc:subject>
  <dc:creator>Tall Diarra</dc:creator>
  <cp:lastModifiedBy>Mame Diarra tall</cp:lastModifiedBy>
  <cp:revision>2</cp:revision>
  <dcterms:created xsi:type="dcterms:W3CDTF">2026-06-22T18:15:02Z</dcterms:created>
  <dcterms:modified xsi:type="dcterms:W3CDTF">2026-06-22T23:28:12Z</dcterms:modified>
</cp:coreProperties>
</file>